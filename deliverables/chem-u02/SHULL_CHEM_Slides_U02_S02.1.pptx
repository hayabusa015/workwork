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Targets: describe Bohr's hydrogen model; use E_n = −2.18 × 10^{−18} J ÷ n² for a level energy and ΔE; explain emission and absorption; state the model's limits. Hook is the next slide. PROVISIONAL (brief flag F1, Matt to confirm): E_n needs scientific notation, but the course sequencing rule delays scientific notation and heavy math. Plan used: a pre-built table plus ONE student calculation, 3 sig figs, no sig-fig rules taught. Image prompt (empty slot): a hydrogen gas discharge tube glowing pink-magenta on a dark bench, lit only by its own 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Pose the question and leave it open; it is answered by slide 20. Do not name quantization yet. Image prompt (empty slot): a glowing hydrogen discharge tube photographed close, with a prism-split smear of four thin colored lines beside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first so later slides can use it. Students write only the energy-level line. Image prompt (empty slot): a glass prism on a lab bench splitting a narrow white beam.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Thomson, then Rutherford 1911, then the problem: a classical orbiting charge should radiate and spiral in. Bohr, 1913. Image prompt (empty slot): a chalkboard with a hand-drawn nucleus and one looping electron path, chalk dust on the ledge.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rules: fixed orbits, no radiation in an orbit, photon jumps. The photon energy equals the difference between the two levels. Image prompt (empty slot): a hand-drawn set of concentric circles in a pocket notebook, pencil beside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Diagram: one proton, one electron, here at n = 1. Orbit radii run 1 : 4 : 9. This is the model's picture, not reality; slide 19 returns to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Stairs versus ramp. Stress that no energy exists between levels. Image prompt (empty slot): a wooden staircase beside a smooth ramp of the same height, side-lit.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Equation: E_n = −2.18 × 10^{−18} J ÷ n². n is a whole number. Negative means bound; E = 0 is a free electron. Hydrogen only. PROVISIONAL (brief flag F1, Matt to confirm): E_n needs scientific notation, but the course sequencing rule delays scientific notation and heavy math. Plan used: a pre-built table plus ONE student calculation, 3 sig figs, no sig-fig rules taught.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Values to n = 6: n=1 −2.18 × 10^{−18} J; n=2 −5.45 × 10^{−19}; n=3 −2.42 × 10^{−19}; n=4 −1.36 × 10^{−19}; n=5 −8.72 × 10^{−20}; n=6 −6.06 × 10^{−20}. Spacing is drawn to scale. Misconception: more negative means more energy. It means lower. n = ∞ is E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together. Answer: 3² = 9; −2.18 × 10^{−18} ÷ 9 = −2.42 × 10^{−19} J. Students write the setup, not just the number. Image prompt (empty slot): a pencil resting beside a scientific calculator on a lab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against slide 9: −2.42 × 10^{−19} is less negative than E₂ = −5.45 × 10^{−19}, so E₃ is higher. Calculator use is fine; 3 sig figs, no sig-fig rules taught.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state is n = 1. Excited states are any higher n and are short-lived. Image prompt (empty slot): two hydrogen discharge tubes side by side, one dark and one glowing.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Absorption: the electron rises only if the photon energy equals exactly E final minus E initial. Wrong-energy photons pass through. Misconception: that any photon will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Emission: the electron drops and a photon leaves with energy |ΔE|. A bigger drop is a higher-energy photon. Misconception: emission means the electron goes up. It drops. Colors and wavelengths are S2.5, not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together. Answer: ΔE = E₂ − E₃ = −5.45 × 10^{−19} − (−2.42 × 10^{−19}) = −3.03 × 10^{−19} J. Negative, so energy is released. Image prompt (empty slot): a camera-flash bulb mid-discharge in a dark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minus initial, keep the negatives. Photon energy is 3.03 × 10^{−19} J. Do not calculate its wavelength; that is S2.5.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together. Answer: n = 1 to ∞, ΔE = 0 − (−2.18 × 10^{−18}) = +2.18 × 10^{−18} J, absorbed. Image prompt (empty slot): a spark gap between two electrodes in a dark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Positive ΔE means absorbed. Ionization energy of ground-state hydrogen is 2.18 × 10^{−18} 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Limits: correct for hydrogen only, not for atoms with 2 or more electrons. Electrons are not particles on tracks; the electron-cloud model (S2.2) replaces the orbits. Keep: quantized levels, photon in or out. Image prompt (empty slot): a worn textbook diagram of concentric orbits with a pencil strike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answers. 1: Electron energy is quantized, so only certain level differences exist and only certain photon energies, hence certain colors. 2: E₂ = −2.18 × 10^{−18} ÷ 4 = −5.45 × 10^{−19} J. 3: Emitted. E₄ = −1.36 × 10^{−19}, E₂ = −5.45 × 10^{−19}, ΔE = −4.09 × 10^{−19} J, so 4.09 × 10^{−19} J leaves the atom. Image prompt (empty slot): a student's notebook page with a calculation crossed out and redone.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answers. 4: n = 2 to 1 releases more. ΔE(3→2) = −3.03 × 10^{−19} J; ΔE(2→1) = −2.18 × 10^{−18} − (−5.45 × 10^{−19}) = −1.64 × 10^{−18} J. 5: any one of: works only for hydrogen; cannot predict multi-electron atoms; electrons are not particles in circular orbits. Image prompt (empty slot): a stack of graded quiz papers with a red pen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S2.2 and the electron-cloud model. Do not say Bohr explains multi-electron spectra, intensities, or bonding. Image prompt (empty slot): a long laboratory bench receding into shadow, one lamp lit at the far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2.1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Bohr Model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Find hydrogen's energy levels, and explain emission and absorption as an electron changing level.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7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Only a Few Colors?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Heat hydrogen gas and it glows. A prism spreads that glow into a few thin lines of color, not a rainbow.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does hydrogen give only a few colors of light?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8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Words You Need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first one down. The other two come back on later slides.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allowed energy for the electron.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Labeled n = 1, 2, 3, and up.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QUANTIZED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Only certain values are allowed.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Nothing in between.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PHOTON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packet of light.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Its energy sets its color.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level: one allowed energy for the electron, labeled 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Bohr Needed a New Model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Rutherford put the electrons outside a dense nucleus. That left a problem.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WAS KNOWN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Thomson: electrons inside positive material.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Rutherford, 1911: a dense nucleus, electrons outside it.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charge moving in a circle should give off energy and spiral into the nucleus.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Atoms do not collapse.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 proposed a new model of the hydrogen atom in 1913.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Bohr's Three Ideas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 kept the nucleus and put rules on the electron.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FIXED ORBITS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 moves in a circular orbit.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orbit has one fixed energy.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 RADIATION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In an allowed orbit, the electron does not give off energy.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PHOTON JUMPS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 changes orbit only by absorbing or emitting a photon.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photon's energy equals the energy difference between the two orbits.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bohr_hydro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Bohr's Hydrogen Atom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proton, one electron, orbits at fixed distances.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NUCLEUS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proton, drawn as the dot in the center.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ORBITS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1, 2, 3 and up. Farther out is higher energy.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electron, in one orbit at a time. Here: n = 1.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Quantized Means Steps, Not a Ramp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You can stand on a stair. You cannot stand between two stairs.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STAIRS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Only certain heights.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electron's energy works like this.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RAMP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height at all.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do not behave this way.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Quantized: only certain energy values are allowed. Nothing in between.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energy_equ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Energy of Each Level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Put in n and you get that level's energy, in joules.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Whole numbers only: 1, 2, 3 ... Never 1.5.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NEGATIVE SIGN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 is bound to the nucleus. E = 0 is a free electron.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 ONLY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This formula fails for atoms with 2 or more electrons.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energy_lev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Hydrogen's Energy Levels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Drawn to scale. Watch what happens to the spacing.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LOWEST ENERGY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More negative means lower. n = 1 is the lowest.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SPACING SHRINKS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levels crowd together as n gets larger.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ZERO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∞ is E = 0. The electron has left the atom.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Energy at n = 3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Write the setup, not just the number.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the energy of the hydrogen electron when n = 3?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E₃, in joules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Eₙ = −2.18 × 10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−18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J ÷ n²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level_n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817"/>
            <a:ext cx="3867912" cy="2266141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Square n first, then divide.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Eₙ = −2.18 × 10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−18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J ÷ n²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3² = 9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−2.18 × 10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−18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÷ 9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−2.42 × 10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−19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J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Less negative means higher energy. E₃ is above E₂.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2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Ground State and Excited States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Hydrogen's electron has one lowest level and many higher ones.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GROUND STATE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1.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lowest energy level.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the electron normally sits.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EXCITED STATE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level above n = 1.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Short-lived. The electron falls back down.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Ground state: n = 1. Excited state: any higher n.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absorp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Absorption: The Electron Goes Up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atom takes in energy from a photon.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EXACT MATCH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Photon energy must equal E final minus E initial.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WRONG ENERGY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photon passes through. Nothing happens.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RESULT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 moves up. The atom gains energy.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emi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Emission: The Electron Drops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atom gives energy out as a photon.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DROP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 falls from a higher level to a lower one.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PHOTON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Its energy is the absolute value of ΔE.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BIGGER DROP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bigger drop gives a higher-energy photon.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Drop from n = 3 to n = 2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Find the energy change, then say where the energy went.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hydrogen electron drops from n = 3 to n = 2. Find ΔE. Is energy absorbed or released?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 to n =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E₃ = −2.42 × 10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−19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J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E₂ = −5.45 × 10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−19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J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Absorbed or released?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 = final energy minus initial energy. A negative ΔE means energy leaves the atom.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transition_3_to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817"/>
            <a:ext cx="3867912" cy="2266141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 to n = 2,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Final minus initial. Keep the negative signs.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 = E₂ − E₃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Final level: n =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Initial level: n = 3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−5.45 × 10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−19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 (−2.42 × 10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−19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−3.03 × 10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−19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J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Released.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released: a photon of 3.03 × 10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−19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J leaves the atom.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2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Removing the Electron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Ionization means n goes all the way to infinity.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much energy removes the electron from a hydrogen atom in its ground state?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Hydrogen, ground state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1 to n = ∞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 at n = ∞ is 0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Absorbed or released?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Ionization: the electron goes from its level to n = ∞, where E = 0.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ioniz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817"/>
            <a:ext cx="3867912" cy="2266141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Ionization,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Final minus initial again. The sign tells you the direction.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 = final − initial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Final (n = ∞):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Initial (n = 1): E₁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E₁ = −2.18 × 10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−18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J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 = 0 − E₁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+2.18 × 10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−18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J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Absorbed.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positive ΔE means energy absorbed. Ionizing hydrogen takes 2.18 × 10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−18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J.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2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the Bohr Model Stops Working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 was a real step forward. It is no longer the accepted model.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 ONLY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Correct energies for hydrogen. Wrong for He, Li, and every atom with 2 or more electrons.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PICTURE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are not particles on circular tracks. The electron-cloud model replaces the orbits.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SURVIVES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Quantized energy levels.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level change means a photon in or out.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this: energy is quantized, and a change of level means a photon in or out.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Quick Check: Items 1 to 3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these on your own paper, then we compare.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1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Explain why hydrogen emits light at only certain colors. Use the word quantized.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2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Calculate the energy of the hydrogen electron at n = 2.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3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hydrogen electron drops from n = 4 to n = 2. Is energy absorbed or released? How much?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 every calculation, write the equation first, then the numbers, then the units.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Quick Check: Items 4 and 5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as before. Your own paper first.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4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Which drop releases more energy, n = 3 to n = 2 or n = 2 to n = 1? Find both ΔE values.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5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 one reason the Bohr model is no longer the accepted model of the atom.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 = final energy minus initial energy.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This Goes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Next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Bohr's model works for hydrogen, not for atoms with 2 or more electrons. Next: what replaced it, and what an orbital is.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7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2026-10-04T12:53:33Z</dcterms:created>
  <dcterms:modified xsi:type="dcterms:W3CDTF">2026-10-04T12:53:33Z</dcterms:modified>
</cp:coreProperties>
</file>