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Targets: describe Bohr's hydrogen model; explain that energy levels are quantized (stairs, not a ramp); tell ground state from excited state; explain absorption (electron up) and emission (electron down, photon out); compare drops by size without calculating; describe ionization as the electron leaving; state the model's limits. Hook is the next slide. Calculations removed on Matt's instruction (brief flag F1, scientific notation vs the sequencing rule, no longer applies). Numbers deliberately omitted per Matt; see S2.5 for wavelengths in nm. Image prompt (empty slot): a hydrogen gas discharge tube glowing pink-magenta on a dark bench, lit only by its own 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 the question and leave it open; it is answered across slides 5 to 12 and checked on slide 20. Do not name quantization yet. Image prompt (empty slot): a glowing hydrogen discharge tube photographed close, with a prism-split smear of four thin colored lines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first so later slides can use it. Students write only the energy-level line. Image prompt (empty slot): a glass prism on a lab bench splitting a narrow white beam.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Thomson, then Rutherford 1911, then the problem: a classical orbiting charge should radiate and spiral in. Bohr, 1913. Image prompt (empty slot): a chalkboard with a hand-drawn nucleus and one looping electron path, chalk dust on the 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fixed orbits, no radiation in an orbit, photon jumps. The photon energy equals the difference between the two levels. Image prompt (empty slot): a hand-drawn set of concentric circles in a pocket notebook, pencil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one proton, one electron, here at n = 1. Orbits drawn at 1 : 4 : 9 spacing. This is the model's picture, not reality; slide 19 returns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Stairs versus ramp. Stress that no energy exists between levels. Image prompt (empty slot): a wooden staircase beside a smooth ramp of the same height, side-lit.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numbers: n is a whole number; there is no level between n = 1 and n = 2. Higher n is higher energy, drawn higher on the page. Spacing is to scale in shape: the gaps shrink as n rises. No equation and no energy values on purpose (Matt's instruction). Hydrogen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Gaps between levels shrink as n rises: the biggest gap is n = 1 to n = 2. No energy values printed on purpose (Matt's instruction). Misconception: that the levels are evenly spaced. Higher on the page means more energy. n = ∞ marks the electron leaving the atom.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state is n = 1. Excited states are any higher n and are short-lived. Image prompt (empty slot): two hydrogen discharge tubes side by side, one dark and one glowing.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Absorption: the electron rises only if the photon energy matches the gap between the two levels exactly. Wrong-energy photons pass through. Misconception: that any photon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Emission: the electron drops and a photon leaves carrying the energy the atom loses. A bigger drop is a higher-energy photon. Misconception: emission means the electron goes up. It drops. Colors and wavelengths are S2.5, not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together, after slides 10 and 11 (ground state, absorption). Answer: not the ground state, because the ground state is n = 1 and n = 3 is higher, so the electron is excited. To reach n = 5 it must absorb energy, a photon that matches the gap from n = 3 to n = 5 exactly. A photon that is too small or too large passes through. Students write the reasoning in the work area. Image prompt (empty slot): a pencil resting beside a lab notebook open to a hand-drawn ladder of energy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against the earlier slides: ground state is n = 1; absorption moves the electron up and needs an exact energy match. The figure is not to scale (at true scale n = 3, 4 and 5 are too close to draw an arrow). No numbers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together. Leave the energy-levels slide (slide 9) up or flip back to it: the ranking uses the vertical gaps on that diagram, no formula. Answer: B (3 to 2) least, then A (4 to 2), then C (2 to 1) most. The bluest light comes from C, the most energy: more energy means a shorter wavelength, which is bluer. Accuracy note: C is really ultraviolet, beyond violet, so 'bluest' means furthest toward the blue-violet end; B is red and A is blue-green. S2.5 gives the wavelengths in nm. Image prompt (empty slot): a camera-flash bulb mid-discharge in a dark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arrows: C is longest, then A, then B. The figure is to scale in spacing, so arrow length is the ranking. Bluer means shorter wavelength and higher energy, stated qualitatively; no wavelengths here (S2.5). C is ultraviolet in fact: say so if a student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together. Answer: the electron climbs to the top of the diagram, n = ∞, which means it is no longer in the atom. Hydrogen is left with its proton and no electron: a positive ion (an atom with more protons than electrons). Qualitative only; no energy value. Extension: in an atom with more electrons the outermost electron is the one that leaves first (S2.4 and U3 develop this). Image prompt (empty slot): a spark gap between two electrodes in a dark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 ion: the atom lost an electron, so it has more protons than electrons. Hydrogen with its one electron gone is just a proton. Energy goes in, so this is absorption, like slide 11, but the electron does not stop at a level. Outermost-electron-first is an extension for atoms with more electrons; do not push it for hydrogen.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correct for hydrogen only, not for atoms with 2 or more electrons. Electrons are not particles on tracks; the electron-cloud model (S2.2) replaces the orbits. Keep: quantized levels, photon in or out. Image prompt (empty slot): a worn textbook diagram of concentric orbits with a pencil strike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answers. 1: Electron energy is quantized, so only certain gaps between levels exist and only certain photon energies, hence certain colors. 2: Emitted. The electron drops, a photon leaves, and the atom loses energy. 3: Nothing: the photon passes through. No level lies between n = 1 and n = 2, so the electron can only absorb a photon that matches the gap exactly. Image prompt (empty slot): a student's notebook page with an answer crossed out and rewritten.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answers. 4: n = 2 to n = 1 releases more, because the gap between n = 1 and n = 2 is much bigger than the gap between n = 2 and n = 3 (the levels crowd together as n rises). 5: any one of: works only for hydrogen; cannot handle atoms with 2 or more electrons; electrons are not particles in circular orbits. Image prompt (empty slot): a stack of graded quiz papers with a red pen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to S2.2 and the electron-cloud model. Do not say Bohr explains multi-electron spectra, intensities, or bonding. Image prompt (empty slot): a long laboratory bench receding into shadow, one lamp lit at the far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9.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9.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9.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9.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9.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2.1</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The Bohr Model</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Describe hydrogen's energy levels, and explain emission and absorption as an electron changing level.</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S02.1</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Why Only a Few Colors?</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Heat hydrogen gas and it glows. A prism spreads that glow into a few thin lines of color, not a rainbow.</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Why does hydrogen give only a few colors of light?</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S02.1</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Words You Need First</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the first one down. The other two come back on later slides.</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 LEVEL</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allowed energy for the electron.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Labeled n = 1, 2, 3, and up.</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QUANTIZED</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certain values are allowed.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Nothing in between.</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PHOTON</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packet of light.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Its energy sets its color.</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Energy level: one allowed energy for the electron, labeled 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Bohr Needed a New Model</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Rutherford put the electrons outside a dense nucleus. That left a problem.</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WAS KNOWN</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Thomson: electrons inside positive material.</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Rutherford, 1911: a dense nucleus, electrons outside it.</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THE PROBLEM</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 charge moving in a circle should give off energy and spiral into the nucleus.</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Atoms do not collapse.</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Bohr proposed a new model of the hydrogen atom in 1913.</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Bohr's Three Ideas</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He kept the nucleus and put rules on the electron.</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FIXED ORBITS</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electron moves in a circular orbit.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orbit has one fixed energy.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 RADIATION</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In an allowed orbit, the electron does not give off energy.</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PHOTON JUMPS</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 changes orbit only by absorbing or emitting a photon.</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photon's energy equals the energy difference between the two orbits.</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WorkWork/templates/slide/assets/chem_u02_s2.1_bohr_hydrogen.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Bohr's Hydrogen Atom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proton, one electron, orbits at fixed distances.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NUCLEUS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proton, drawn as the dot in the center.</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ORBITS</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 = 1, 2, 3 and up. Farther out is higher energy.</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ELECTRON</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electron, in one orbit at a time. Here: n = 1.</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Quantized Means Steps, Not a Ramp</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You can stand on a stair. You cannot stand between two stairs.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STAIRS</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certain heights.</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An electron's energy works like this.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 RAMP</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Any height at all.</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Electrons do not behave this way.</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Quantized: only certain energy values are allowed. Nothing in between.</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home/user/WorkWork/templates/slide/assets/chem_u02_s2.1_level_number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Levels Get Whole-Number Labels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level gets a number, n. A higher n means more energy.</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Whole numbers only: 1, 2, 3 ... Never 1.5.</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HIGHER 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 = 1 is the lowest level. Each step up means more energy.</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HYDROGEN ONLY</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This picture works for hydrogen. It fails for atoms with 2 or more electrons.</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ome/user/WorkWork/templates/slide/assets/chem_u02_s2.1_energy_level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Hydrogen's Energy Levels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Drawn to scale in spacing. Watch what happens to the gaps.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LOWEST ENERGY</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 = 1 is the lowest level, at the bottom.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GAPS SHRINK</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levels crowd together as n gets larger.</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TOP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 = ∞ is the top. The electron has left the atom.</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Ground State and Excited States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Hydrogen's electron has one lowest level and many higher ones.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GROUND STATE</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 = 1.</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lowest energy level.</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Where the electron normally sits.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EXCITED STATE</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Any level above n = 1.</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Short-lived. The electron falls back down.</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Ground state: n = 1. Excited state: any higher n.</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WorkWork/templates/slide/assets/chem_u02_s2.1_absorption.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Absorption: The Electron Goes Up</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atom takes in energy from a photon.</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AN EXACT MATCH</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Photon energy must match the gap between the two levels exactly.</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WRONG ENERGY</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photon passes through. Nothing happens.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RESULT</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electron moves up. The atom gains energy.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home/user/WorkWork/templates/slide/assets/chem_u02_s2.1_emission.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Emission: The Electron Drops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atom gives energy out as a photon.</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DROP</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electron falls from a higher level to a lower one.</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PHOTON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Its energy equals the gap the electron just crossed.</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 BIGGER DROP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bigger drop gives a higher-energy photon.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Ground or Excited?</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We do this one together. Write the reasoning, not just the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 hydrogen electron is in n = 3. Is it in the ground state? What must happen to move it to n = 5?</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Hydrogen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Electron in n = 3</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Target level: n = 5</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Ground state or excited?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moves it up?</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To move up, the electron absorbs a photon of exactly the right energy.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home/user/WorkWork/templates/slide/assets/chem_u02_s2.1_ground_excited.png">    </p:cNvPr>
          <p:cNvPicPr>
            <a:picLocks noChangeAspect="1"/>
          </p:cNvPicPr>
          <p:nvPr/>
        </p:nvPicPr>
        <p:blipFill>
          <a:blip r:embed="rId1"/>
          <a:stretch>
            <a:fillRect/>
          </a:stretch>
        </p:blipFill>
        <p:spPr>
          <a:xfrm>
            <a:off x="832104" y="2542817"/>
            <a:ext cx="3867912" cy="2266141"/>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Ground or Excited,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Find the level, then say which way the energy goes.</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IDEAS</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Ground state: n = 1 only.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Any higher n: excited.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Up needs energy in.</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n = 3 is above n = 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So: excited state</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To reach n = 5:</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absorb a matching photon</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n = 3 is above n = 1, so the electron is excited, not in the ground state.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Ranking Three Drops</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Use the to-scale level diagram. A longer drop is a bigger drop.</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Rank drops A, B and C from least to most energy released. Which gives the bluest light?</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n = 4 to n = 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n = 3 to n = 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n = 2 to n = 1</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Order, least to most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bluest light</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bigger vertical drop on the diagram means more energy released.</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WorkWork/templates/slide/assets/chem_u02_s2.1_drops_ranked.png">    </p:cNvPr>
          <p:cNvPicPr>
            <a:picLocks noChangeAspect="1"/>
          </p:cNvPicPr>
          <p:nvPr/>
        </p:nvPicPr>
        <p:blipFill>
          <a:blip r:embed="rId1"/>
          <a:stretch>
            <a:fillRect/>
          </a:stretch>
        </p:blipFill>
        <p:spPr>
          <a:xfrm>
            <a:off x="832104" y="2542817"/>
            <a:ext cx="3867912" cy="2266141"/>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Ranking Three Drops,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Longer arrow, more energy, bluer light.</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RULES</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Bigger drop,</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 released.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 bluer light.</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Least: B (3 to 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Then: A (4 to 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Most: C (2 to 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Bluest: C (ultraviolet)</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More energy released means a shorter wavelength, which is bluer light.</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Removing the Electron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Ionization means the electron leaves the atom.</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Hydrogen's electron absorbs enough energy to escape. Which level does it reach? What is the atom afterward?</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Hydrogen, ground state</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Electron starts in n = 1</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level it reaches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atom becomes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Ionization: the electron leaves the atom, which becomes a positive ion.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home/user/WorkWork/templates/slide/assets/chem_u02_s2.1_ionization.png">    </p:cNvPr>
          <p:cNvPicPr>
            <a:picLocks noChangeAspect="1"/>
          </p:cNvPicPr>
          <p:nvPr/>
        </p:nvPicPr>
        <p:blipFill>
          <a:blip r:embed="rId1"/>
          <a:stretch>
            <a:fillRect/>
          </a:stretch>
        </p:blipFill>
        <p:spPr>
          <a:xfrm>
            <a:off x="832104" y="2542817"/>
            <a:ext cx="3867912" cy="2266141"/>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Ionization,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electron climbs to the top of the diagram and leaves.</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IDEAS</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Energy in lifts the electron.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 level is above n = ∞.</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Outermost electron leaves first.</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Start: n = 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Energy in: it goes up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End: n = ∞, it leaves</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Atom: a positive ion</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Ionization takes energy in. Hydrogen ends as a positive ion with no electron.</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Where the Bohr Model Stops Working</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It was a real step forward. It is no longer the accepted model.</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HYDROGEN ONLY</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Correct energies for hydrogen. Wrong for He, Li, and every atom with 2 or more electrons.</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PICTURE</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Electrons are not particles on circular tracks. The electron-cloud model replaces the orbits.</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SURVIVES</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Quantized energy levels.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level change means a photon in or out.</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Keep this: energy is quantized, and a change of level means a photon in or out.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Quick Check: Items 1 to 3</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Work these on your own paper, then we compare.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CHECK 1</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Explain why hydrogen emits light at only certain colors. Use the word quantized.</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CHECK 2</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hydrogen electron drops from n = 2 to n = 1. Is a photon absorbed or emitted? Does the atom gain or lose energy?</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CHECK 3</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photon has too little energy to lift an electron from n = 1 to n = 2. What happens to the photon?</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Answer in full sentences. Name the levels and say up or down.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Quick Check: Items 4 and 5</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as before. Your own paper first.</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CHECK 4</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drop releases more energy, n = 3 to n = 2 or n = 2 to n = 1? How do you know?</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CHECK 5</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Give one reason the Bohr model is no longer the accepted model of the atom.</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Down releases energy as a photon. Up absorbs energy.</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LOOKING AHEAD</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Where This Goes</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Next</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Bohr's model works for hydrogen, not for atoms with 2 or more electrons. Next: what replaced it, and what an orbital is.</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S02.1</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2026-10-04T22:03:54Z</dcterms:created>
  <dcterms:modified xsi:type="dcterms:W3CDTF">2026-10-04T22:03:54Z</dcterms:modified>
</cp:coreProperties>
</file>