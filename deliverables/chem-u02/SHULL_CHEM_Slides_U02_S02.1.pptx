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Bohr Model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hydrogen's energy levels, and explain emission and absorption as an electron changing level.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6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Only a Few Colors?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Heat hydrogen gas and it glows. A prism spreads that glow into a few thin lines of color, not a rainbow.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does hydrogen give only a few colors of light?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7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first one down. The other two come back on later slides.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allowed energy for the electron.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Labeled n = 1, 2, 3, and up.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certain values are allowed.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Nothing in between.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packet of light.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energy sets its color.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level: one allowed energy for the electron, labeled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Bohr Needed a New Model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Rutherford put the electrons outside a dense nucleus. That left a problem.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WAS KNOWN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Thomson: electrons inside positive material.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Rutherford, 1911: a dense nucleus, electrons outside it.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charge moving in a circle should give off energy and spiral into the nucleus.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do not collapse.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 proposed a new model of the hydrogen atom in 1913.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Bohr's Three Ideas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 kept the nucleus and put rules on the electron.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FIXED ORBITS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moves in a circular orbit.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orbit has one fixed energy.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 RADIATION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 an allowed orbit, the electron does not give off energy.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 JUMPS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 changes orbit only by absorbing or emitting a photon.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photon's energy equals the energy difference between the two orbits.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bohr_hydro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Bohr's Hydrogen Atom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proton, one electron, orbits at fixed distances.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NUCLEUS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proton, drawn as the dot in the center.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ORBITS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1, 2, 3 and up. Farther out is higher energy.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electron, in one orbit at a time. Here: n = 1.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 Means Steps, Not a Ramp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stand on a stair. You cannot stand between two stairs.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STAIRS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certain heights.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electron's energy works like this.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RAMP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height at all.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do not behave this way.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Quantized: only certain energy values are allowed. Nothing in between.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energy_equ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Energy of Each Level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Put in n and you get that level's energy, in joules.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Whole numbers only: 1, 2, 3 ... Never 1.5.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NEGATIVE SIGN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is bound to the nucleus. E = 0 is a free electron.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ONLY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formula fails for atoms with 2 or more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energy_lev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Hydrogen's Energy Levels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Drawn to scale. Watch what happens to the spacing.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LOWEST ENERGY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negative means lower. n = 1 is the lowest.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SPACING SHRINKS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levels crowd together as n gets larger.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ZERO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∞ is E = 0. The electron has left the atom.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Energy at n = 3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Write the setup, not just the number.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the energy of the hydrogen electron when n = 3?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E₃, in joules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Eₙ = −2.18 × 10^−18 J ÷ n²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level_n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817"/>
            <a:ext cx="3867912" cy="2266141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Square n first, then divide.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Eₙ = −2.18 × 10^−18 J ÷ n²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3² = 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−2.18 × 10^−18 ÷ 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−2.42 × 10^−19 J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Less negative means higher energy. E₃ is above E₂.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Ground State and Excited States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Hydrogen's electron has one lowest level and many higher ones.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GROUND STATE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lowest energy level.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 electron normally sits.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EXCITED STATE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level above n = 1.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Short-lived. The electron falls back down.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Ground state: n = 1. Excited state: any higher n.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absor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Absorption: The Electron Goes Up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 takes in energy from a photon.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EXACT MATCH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 energy must equal E final minus E initial.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WRONG ENERGY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 passes through. Nothing happens.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moves up. The atom gains energy.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e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Emission: The Electron Drops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 gives energy out as a photon.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DROP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electron falls from a higher level to a lower one.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Its energy is the absolute value of ΔE.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BIGGER DROP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bigger drop gives a higher-energy photon.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Drop from n = 3 to n = 2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energy change, then say where the energy went.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hydrogen electron drops from n = 3 to n = 2. Find ΔE. Is energy absorbed or released?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to n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E₃ = −2.42 × 10^−19 J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E₂ = −5.45 × 10^−19 J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Absorbed or released?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final energy minus initial energy. A negative ΔE means energy leaves the atom.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transition_3_to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817"/>
            <a:ext cx="3867912" cy="2266141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3 to n = 2,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minus initial. Keep the negative signs.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E₂ − E₃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level: n =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Initial level: n = 3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−5.45 × 10^−19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 (−2.42 × 10^−19)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−3.03 × 10^−19 J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Released.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released: a photon of 3.03 × 10^−19 J leaves the atom.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Removing the Electron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Ionization means n goes all the way to infinity.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much energy removes the electron from a hydrogen atom in its ground state?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Hydrogen, ground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 = 1 to n = ∞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 at n = ∞ is 0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Absorbed or released?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Ionization: the electron goes from its level to n = ∞, where E = 0.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1_ion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542817"/>
            <a:ext cx="3867912" cy="2266141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Ionization, Worked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minus initial again. The sign tells you the direction.</a:t>
            </a:r>
            <a:endParaRPr lang="en-US" sz="17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6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final − initial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Final (n = ∞):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Initial (n = 1): E₁</a:t>
            </a:r>
            <a:endParaRPr lang="en-US" sz="1600" dirty="0"/>
          </a:p>
        </p:txBody>
      </p:sp>
      <p:sp>
        <p:nvSpPr>
          <p:cNvPr id="7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E₁ = −2.18 × 10^−18 J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= 0 − E₁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+2.18 × 10^−18 J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Absorbed.</a:t>
            </a:r>
            <a:endParaRPr lang="en-US" sz="1900" dirty="0"/>
          </a:p>
        </p:txBody>
      </p:sp>
      <p:sp>
        <p:nvSpPr>
          <p:cNvPr id="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positive ΔE means energy absorbed. Ionizing hydrogen takes 2.18 × 10^−18 J.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 Bohr Model Stops Working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 was a real step forward. It is no longer the accepted model.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ONLY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Correct energies for hydrogen. Wrong for He, Li, and every atom with 2 or more electrons.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PICTURE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are not particles on circular tracks. The electron-cloud model replaces the orbits.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SURVIVES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Quantized energy levels.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level change means a photon in or out.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this: energy is quantized, and a change of level means a photon in or out.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Quick Check: Items 1 to 3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on your own paper, then we compare.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1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Explain why hydrogen emits light at only certain colors. Use the word quantized.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2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Calculate the energy of the hydrogen electron at n = 2.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3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hydrogen electron drops from n = 4 to n = 2. Is energy absorbed or released? How much?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every calculation, write the equation first, then the numbers, then the units.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Quick Check: Items 4 and 5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as before. Your own paper first.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4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drop releases more energy, n = 3 to n = 2 or n = 2 to n = 1? Find both ΔE values.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5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 one reason the Bohr model is no longer the accepted model of the atom.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4: put a number on both drops before you compare them.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This Goes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Next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Bohr's model works for hydrogen and nothing bigger. Next: what replaced it, and what an orbital is.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S02.1</a:t>
            </a:r>
            <a:endParaRPr lang="en-US" sz="1000" dirty="0"/>
          </a:p>
        </p:txBody>
      </p:sp>
      <p:sp>
        <p:nvSpPr>
          <p:cNvPr id="6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2026-10-04T12:45:55Z</dcterms:created>
  <dcterms:modified xsi:type="dcterms:W3CDTF">2026-10-04T12:45:55Z</dcterms:modified>
</cp:coreProperties>
</file>