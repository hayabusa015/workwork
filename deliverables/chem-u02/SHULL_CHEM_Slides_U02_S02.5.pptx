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2.5; builds on 2.1 energy levels and delta E. Goal: students leave able to say how an atom makes colored light. IMAGE SLOT EMPTY, photo to shoot or generate: a hydrogen gas discharge tube glowing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Take two or three answers, do not correct yet; the answer is the section. IMAGE SLOT EMPTY, photo to shoot or generate: a firework burst beside a glowing neon sign, shot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is defined on slide 5 (waves per second). Misconception to catch: 'longer wavelength means more energy'. It is the opposite. IMAGE SLOT EMPTY, photo to shoot or generate: a glass prism splitting white light on a dark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 violet 400-450, blue 450-495, green 495-570, yellow 570-590, orange 590-620, red 620-700 nm (approximate). The arrows under the bar show the rule: shorter wavelength, more energy; longer wavelength, less energy. Per Matt, the range is shown in nm and in scientific notation (meters): 400 nm is 4.00 × 10^-7 m, 700 nm is 7.00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Defines frequency here: how many waves pass per second. Short wavelength, high frequency, high energy. State the rule in words only: more energy released means shorter wavelength and bluer light. No numbers needed. IMAGE SLOT EMPTY, photo to shoot or generate: a red and a violet laser pointer beam crossing in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solid gives all colors; hot gas gives separate lines. LED and fluorescence are out of scope. IMAGE SLOT EMPTY, photo to shoot or generate: an incandescent bulb filament beside a lit neon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lines sit at the same wavelengths as the element's emission lines. Absorption in starlight reveals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are 656, 486, 434, 410 nm, all ending at n = 2. Hydrogen has more lines in the UV (2 to 1 is about 122 nm) and IR (4 to 3 is about 1876 nm). Misconception: 'hydrogen has only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drop to n = 2. Electrons drop to lower levels; they do not fall into the nucleus. The levels are drawn to scale from the 1/n^2 pattern, so students can SEE that 6 to 2 is the longest arrow and 3 to 2 the shortest. Bigger drop, more energy, shorter wavelength, bluer light. Wavelengths in meters (scientific notation, per Matt) are on the table slide: 6.56, 4.86, 4.34, 4.10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Pre-built table, read-only. 3 to 2: 656 nm (6.56 × 10^-7 m), red; 4 to 2: 486 nm (4.86 × 10^-7 m), blue-green; 5 to 2: 434 nm (4.34 × 10^-7 m), blue-violet; 6 to 2: 410 nm (4.10 × 10^-7 m), violet. Scientific notation shown per Matt. Students match drop to color by comparing drop size on the previous slide's figure; no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energy and wavelength calculations were removed on Matt's instruction; wavelengths stay in nm and scientific notation per Matt. Students reason from the table instead. OPTIONAL Example 2 (not on a slide): the 486 nm blue-green line is a bigger or smaller drop than the red line? Answer: bigger (4 to 2 versus 3 to 2), because 486 nm is a shorter wavelength than 656 nm; but smaller than the 5 to 2 drop, which makes the 434 nm line. IMAGE SLOT EMPTY, photo to shoot or generate: a hydrogen discharge tube glowing pink-magenta.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Red, 656 nm, the 3 to 2 drop. It is the smallest of the four (one step down from n = 3 to n = 2), so it releases the least energy, gives the longest wavelength, and looks red. (b) Violet, 410 nm, the 6 to 2 drop: the biggest drop of the four, the most energy, the shortest wavelength. IMAGE SLOT EMPTY, photo to shoot or generate: a notebook page with the table of four drops and pencil marks beside each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Helium was first detected in the Sun's spectrum, 1868 (Janssen/Lockyer observations). Line positions identify an element. IMAGE SLOT EMPTY, photo to shoot or generate: line spectra of several gas discharge tubes side by side, photographed through a spectroscope.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Divider into flame tests. Flame photos are still to be shot. IMAGE SLOT EMPTY, photo to shoot or generate: a lab burner flame with a wire loop of metal salt, shot in a darkened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Ca, Sr, Ba and Cu flame colors come largely from molecular emitters (such as CaOH, SrOH, BaOH, CuCl), not single atomic lines; the electron-drop explanation is a valid HS simplification. Flame photos still to be shot. Color claims checked against textbook convention only. The color suggests the ion; it does not prove it. IMAGE SLOT EMPTY, photo to shoot or generate: a flame test photograph, a bright lilac flame from a wire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colors are textbook convention only; swatches are illustrations, not photographs, and flame photos are still to be shot. Do not state a color is one exact wavelength. K lilac is often masked by sodium; the cobalt-glass technique is lab procedure and is not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textbook colors only, Ca, Sr, Ba, Cu largely molecular emitters; photos still to be shot. Many elements give no visible flame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Textbook colors only; photos still to be shot. Intended answer: K+ (lilac) with a Na+ yellow trace; Ca2+ orange-red. IMAGE SLOT EMPTY, photo to shoot or generate: two wire loops of metal salt in a flame, one lilac and one orange-red, shot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Ca2+ is the likely answer for orange-red, but Sr2+ looks similar, so a flame test alone cannot settle it. Textbook colors only; photos still to be shot. IMAGE SLOT EMPTY, photo to shoot or generate: a notebook page with a flame color table and pencil check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Formative check. OPTIONAL extra item 3 (replaces a calculation item): a hydrogen line looks blue-violet at 434 nm. Is it the 4 to 2 drop or the 5 to 2 drop? Answer: 5 to 2. The 4 to 2 drop makes the 486 nm blue-green line; 434 nm is a shorter wavelength, so it is the bigger drop. Answers to the three on-slide items: blue (shorter wavelength, more energy); each element has unique energy levels so unique photon energies; lilac suggests K+ (heat lifts electrons, they drop, photons of visible light). IMAGE SLOT EMPTY, photo to shoot or generate: a student's notebook with a half-finished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9.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05</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2.5</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Atomic &amp;</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Spectra</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how atoms make colored light, and use it to identify elements.</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Does Color</a:t>
            </a:r>
            <a:endParaRPr lang="en-US" sz="2800" dirty="0"/>
          </a:p>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Come From?</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Fireworks, neon signs, a flame on a lab burner. Different colors, one question.</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What inside an atom decides the color of the light it gives off?</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to Start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these first. The rest of the section uses them.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single packet of light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WAVELENGTH</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distance between two wave crests, measured in nm.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SPECTRUM</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Light spread out by wavelength.</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photon is one packet of light. Its energy is set by its wavelength.</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user/WorkWork/templates/slide/assets/chem_u02_s2.5_visible_spectrum.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Visible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Visible light runs from about 400 nm to 700 nm (4.00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 to 7.00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UNITS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nm is one billionth of a meter: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VIOLET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Shortest wavelength, most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RED END</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Longest wavelength, least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Wavelength Sets the Energy</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Shorter wavelength means higher frequency (more waves per second) and more energy per photon.</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 WAVELENGTH</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energy per photon.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 WAVELENGTH</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Violet light.</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frequency.</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energy per photon.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Shorter wavelength means more energy. A violet photon beats a red one.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Hot Solid or Hot Gas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What is glowing decides what the spectrum looks like.</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HOT SOLID</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glowing filament.</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Gives every color, no gaps.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HOT GAS</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Excited atoms in a tube.</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a few separate lines.</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hot solid gives a continuous spectrum. A hot gas gives a line spectrum.</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home/user/WorkWork/templates/slide/assets/chem_u02_s2.5_spectra_typ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Kinds of Spectra</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range of colors, three different patterns.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CONTINUOUS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color, no gaps. Made by a hot solid.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Bright lines on black. Made by a hot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ABSORPTION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Dark lines at the same places as emission lines.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5_hydrogen_emission_lin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Visible Emission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lines, computed from the energy levels.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FOUR LINES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656, 486, 434, and 410 nm. Red to violet.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WHERE THEY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one is a drop that ends at n = 2.</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MORE LINES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are in ultraviolet (UV) and infrared (IR).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5_energy_transition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Which Drop Makes Which Line</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line is one electron dropping to n = 2.</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EXCITED STATE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or electricity lifts an electron up a level.</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drop releases one photon with energy ΔE.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WorkWork/templates/slide/assets/chem_u02_s2.5_balmer_table.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Four Drops to n =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pre-built table in nm and meters. Match each drop to its color.</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SMALLEST DROP</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3 to 2: the longest wavelength, red.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BIGGEST DROP</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 to 2: the shortest wavelength, violet.</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PATTERN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Match the Drop to the Line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table. Give a reason, not just an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Which drop made the red line? Why is it the smallest? (b) Which made the violet line?</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table of four drops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line: 656 nm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Violet line: 410 nm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A drop and a reason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 drop</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Bigger drop means shorter wavelength and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Match the Drop,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the color, then compare the size of the drop.</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shorter wavelength,</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bluer light.</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Red: 3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smallest drop.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Violet: 6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biggest drop.</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Red is the smallest drop, 3 to 2. Violet is the biggest, 6 to 2.</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Every Element Has Its Own Lines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Only certain energy drops exist, so only certain lines appear.</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UNIQUE LEVELS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element has its own energy levels.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So its drops, and its lines, are its own.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FINGERPRINT</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Line positions identify an element.</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Helium was first found in sunlight, 1868.</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Each element has a unique line spectrum because its energy levels are unique.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FLAME TESTS</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Same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In a Flame</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Metal ions in a flame emit light too. The color helps you identify the metal.</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How a Flame Test Makes Color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color is not the metal burning. It is electrons dropping levels.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IN THE FLAME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lifts electrons in the metal ion to higher levels.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AS THEY DROP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They release photons of visible light. The color helps identify the metal.</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color of the emitted light helps identify the metal ion.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WorkWork/templates/slide/assets/chem_u02_s2.5_flame_colors_1.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1</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Compare the color you see to the table.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THE TABLE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metal ion has a typical flame color.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COMMON CONTAMINANT</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little 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can turn a flame yellow.</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NOT ONE WAVELENGTH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color is a mix, not one exact line.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WorkWork/templates/slide/assets/chem_u02_s2.5_flame_colors_2.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Some of these colors look a lot alike.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LOOK-ALIKES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red and Ca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orange-red are easy to confuse.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COLOR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Many elements give no flame color we can see.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TEST IS NOT ENOUGH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narrows the options. It does not prove the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Identify the Metals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flame color tables. Copy the reasoning.</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One salt burns lilac with a trace of yellow. Another burns orange-red. Which metals?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A: lilac, with some yellow</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B: orange-red</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metal ion behind each 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Write the metal ion for each color, not just the color.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Two Unknowns, Identified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Sodium is a common contaminant.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Match each color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to the table.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gives yellow.</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A: K</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(lilac)</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Yellow trace: Na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B: Ca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(orange-red)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looks similar</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Flame colors can look alike, so a flame test alone does not prove the ion.</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Answer in your notes, in full sentences.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has more energy, a red photon or a blue photon? Why?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WHY DIFFERENT</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Why does each element have its own line spectrum?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FLAME TEST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is lilac. Which ion is it likely to be? Explain the color with electrons.</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words photon and energy 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2026-10-04T22:01:07Z</dcterms:created>
  <dcterms:modified xsi:type="dcterms:W3CDTF">2026-10-04T22:01:07Z</dcterms:modified>
</cp:coreProperties>
</file>