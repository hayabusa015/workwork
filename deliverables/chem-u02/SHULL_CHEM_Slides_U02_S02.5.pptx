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2.5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Atomic &amp;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Spectra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Explain how atoms make colored light, and use it to identify elements.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6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Does Color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Come From?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Fireworks, neon signs, a flame on a lab burner. Different colors, one question.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inside an atom decides the color of the light it gives off?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7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to Start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first. The rest of the section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PHOTON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single packet of light energy.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WAVELENGTH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distance between two wave crests, measured in nm.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SPECTRUM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Light spread out by wavelength.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photon is one packet of light. Its energy is set by its wavelength.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visible_spectru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Visible Spectrum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Light we can see runs from about 400 nm to 700 nm.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nm is one billionth of a meter: 1e-9 m.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VIOLET END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Shortest wavelength, most energy.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RED END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Longest wavelength, least energy.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Wavelength Sets the Energy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Shorter wavelength means higher frequency and more energy per photon.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LONG WAVELENGTH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Red light.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 frequency.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Low energy per photon.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 WAVELENGTH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Violet light.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 frequency.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 energy per photon.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Shorter wavelength means more energy. A violet photon beats a red one.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Photon Energy Equation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 goes up as wavelength goes down. Calculator provided.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much energy does one photon of a given wavelength carry?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 = 6.626e-34 J·s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 = 3.00e8 m/s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 nm = 1e-9 m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= hc ÷ wavelength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= h × frequency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 = wavelength × frequency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in joules (J)</a:t>
            </a:r>
            <a:endParaRPr lang="en-US" sz="20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2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Hot Solid or Hot Gas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glowing decides what the spectrum looks like.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HOT SOLID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glowing filament.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Gives every color, no gaps.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HOT GAS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Excited atoms in a tube.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 a few separate lines.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hot solid gives a continuous spectrum. A hot gas gives a line spectrum.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spectra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Kinds of Spectra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range of colors, three different patterns.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CONTINUOUS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Every color, no gaps. Made by a hot solid.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EMISSION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Bright lines on black. Made by a hot gas.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ABSORPTION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Dark lines at the same places as emission lines.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hydrogen_emission_li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Hydrogen's Visible Emission Spectrum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lines, computed from the energy levels.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FOUR LINES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656, 486, 434, and 410 nm. Red to violet.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WHERE THEY END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Every one is a drop that ends at n = 2.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LINES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sit in the UV and IR. Your eyes miss them.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energy_transi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Drop Makes Which Line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line is one electron dropping to n = 2.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EXCITED STATE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Heat or electricity lifts an electron up a level.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EMISSION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drop releases one photon with energy ΔE.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BIGGER DROP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More energy, shorter wavelength, bluer light.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Color of the 3 to 2 Drop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Calculator provided.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Hydrogen drops from n = 3 to n = 2 and emits 3.03e-19 J. Find the wavelength and color.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 = 3.03e-19 J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 = 6.626e-34 J·s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 = 3.00e8 m/s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Wavelength in nm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Color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Rearrange first: wavelength = hc ÷ 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3 to 2 Drop,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Accept 656 or 657 nm, depending on rounding.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wavelength = hc ÷ 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 × c = 6.626e-34 × 3.00e8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 × c = 1.988e-25 J·m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1.988e-25 ÷ 3.03e-19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6.56e-7 m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656 nm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Red light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656 nm is red: the 3 to 2 drop makes hydrogen's red line.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balmer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Drops to n = 2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pre-built table. Read it, do not recalculate it.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DOWN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Bigger drop: more energy, shorter wavelength.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row is the example you just solved.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ΔE UNITS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Joules, for one photon from one atom.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Every Element Has Its Own Lines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Only certain energy drops exist, so only certain lines appear.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UNIQUE LEVELS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element has its own energy levels.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its drops, and its lines, are its own.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FINGERPRINT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Line positions identify an element.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was first found in sunlight, 1868.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element has a unique line spectrum because its energy levels are unique.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FLAME TESTS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Idea,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a Flame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Metal ions in a flame emit light too. The color tells you which metal.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6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a Flame Test Makes Color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color is not the metal burning. It is electrons dropping levels.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IN THE FLAME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Heat lifts electrons in the metal ion to higher levels.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AS THEY DROP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They release photons of visible light. The color names the metal.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color of the emitted light identifies the metal ion.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1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flame_colors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Flame Test Colors, Part 1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Match the color you see to the metal 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READ THE TABLE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metal ion gives its own flame color.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SODIUM IS EVERYWHERE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little Na+ turns many flames yellow.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ONE WAVELENGTH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flame color is a mix, not one exact line.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5_flame_colors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Flame Test Colors, Part 2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Some of these colors look a lot alike.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LOOK-ALIKES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Sr2+ red and Ca2+ orange-red are easy to confuse.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 COLOR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Many elements give no flame color we can see.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TEST IS NOT ENOUGH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 narrows the options. It does not prove the ion.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Identify the Metals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the flame color tables. Copy the reasoning.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salt burns lilac with a trace of yellow. Another burns orange-red. Which metals?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Salt A: lilac, with some yellow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Salt B: orange-red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metal ion behind each color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metal ion for each color, not just the color.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Unknowns, Identified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Sodium contaminates almost every flame.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Match each color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to the table.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Na+ gives yellow.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Salt A: K+ (lilac)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Yellow trace: Na+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Salt B: Ca2+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(orange-red)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Flame colors can look alike, so a flame test alone does not prove the ion.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0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 in your notes. Use the words photon and energy level.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ENERGY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has more energy, a red photon or a blue photon? Why?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DIFFERENT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does each element have its own line spectrum?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FLAME TEST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flame is lilac. Which ion? Explain the color with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 in full sentences. Name the photon and the energy level.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S02.5</a:t>
            </a:r>
            <a:endParaRPr lang="en-US" sz="1000" dirty="0"/>
          </a:p>
        </p:txBody>
      </p:sp>
      <p:sp>
        <p:nvSpPr>
          <p:cNvPr id="13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2026-10-04T12:44:59Z</dcterms:created>
  <dcterms:modified xsi:type="dcterms:W3CDTF">2026-10-04T12:44:59Z</dcterms:modified>
</cp:coreProperties>
</file>