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opener. Pacing: 22 slides is the top of range for a 50-minute period. Cuttable if short: slides 14, 15 and 19 (energy order, 4s before 3d, period lengths). Image slot (empty): section: a long-exposure photograph of fireflies over a dark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targets, condensed from the four in the brief to three cards: targets 2 and 3 (names, orbitals, capacities) are merged. Matt to confirm the merge. Read aloud, do not linger. Image slot (empty): aside: a hand ticking a checklist on a clipboard.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 first, then reveal: Bohr failed for helium. Answer to take: the quantum-mechanical (electron cloud) model. Image slot (empty): concept: a chalkboard with a half-erased circular orbit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nested words. Students write the bar. Check that they say 'inside', not 'equal to'. Image slot (empty): aside: a set of nested wooden boxes, open, on a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Heisenberg only; do not derive. Probability replaces paths. Image slot (empty): aside: a vintage chalkboard covered in wave equations.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Misconception to hit: electrons do not travel along the orbital outline. Image slot (empty): concept: a long-exposure photograph of a swarm of fireflies forming a glowing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Higher n: higher energy, larger average distance. Image slot (empty): concept: a stone staircase seen from the bottom step, lit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map bottom up. d starts at n = 3, f at n = 4; n = 1 has only s, n = 2 only s and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Shapes are probability regions, not paths. Slide shows one of the five d orbitals; the fifth d shape differs slightly (named, not drawn). f is names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Misconception: an orbital holds 2 electrons, not as many as its sublevel. Spin pairing is formalised in S2.3. Image slot (empty): aside: an open egg carton on a lab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together. Students list sublevels first (3s, 3p, 3d), then count. Work area stays empty for the board. Image slot (empty): aside: a three-tier wooden shelf with small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Key: 3s 1 orbital 2 e-; 3p 3 orbitals 6 e-; 3d 5 orbitals 10 e-. Total 9 orbitals = n^2, 18 e- = 2n^2. Image slot (empty): data: pencil and graph paper with tally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orbitals n^2 (1, 4, 9, 16); electrons 2n^2 (2, 8, 18, 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one level, energy rises s &lt; p &lt; d &lt; f for atoms with more than one electron. Hydrogen is the exception: same-n sublevels are equal. Image slot (empty): concept: four wooden shelves of increasing height in a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wording: '4s fills before 3d' is stated as a neutral-atom filling order, not as a claim that 4s is lower in energy in every situation. Matt to confirm the wording. Previews S2.3. Cuttable. Label reads 'Order rule'.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try first. Work area stays empty. Image slot (empty): aside: a rack of seven small test tubes.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Key: 4f = 7 x 2 = 14 e-. n = 2: 2s 2 + 2p 6 = 8 e- = 2(2)^2. Image slot (empty): data: a handwritten tally on a lab notebook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PROVISIONAL: group 3 and f block drawing convention. The f block is drawn 14 wide below the table, detached, with a border; which elements sit in group 3 (La/Ac vs Lu/Lr) is not stated. Matt to confirm. Helium: 1s^2, sits in group 18, s-coloured.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Periods: 2, 8, 8, 18, 18, 32, 32 from the sublevels that fill in each. Cuttable. Image slot (empty): aside: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Formative 1 to 3. Answers: (1) An orbit is a fixed path; an orbital is a region where the electron is probably found. (2) 2s and 2p. (3) 5 orbitals; 10 electrons. Image slot (empty): aside: a pencil resting on a blank notebook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Formative 4 and 5. Answers: (4) n = 3: 3s 2 + 3p 6 + 3d 10 = 18 electrons (2n^2 = 18). (5) n = 4: 1 + 3 + 5 + 7 = 16 orbitals (n^2 = 16). Collect or compare. Image slot (empty): concept: an empty desk with a calculator and a pencil.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Next section S2.3 uses the filling order from slide 15. Image slot (empty): divider: a long laboratory bench receding into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2.2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Levels, Sublevels &amp; Orbitals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 the levels, sublevels, and orbitals, and say how many electrons each can hold.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Will Be Able to Do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By the end of 2.2 you can do these three things.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Describe an orbital as a region where an electron is probably found.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NAMES AND COUNTS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 the sublevels in each level. State the orbitals and electrons each holds.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TABLE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Link sublevels and orbitals to the block layout of the periodic table.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 can name any sublevel and say how many electrons it holds.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Failed for Helium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Bohr model worked for hydrogen. For helium and every atom after it, the energies came out wrong.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failed for helium. What replaced it?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Each one sits inside the one before.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main shell. Numbered n = 1, 2, 3, 4, and up.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group of orbitals inside a level. Named s, p, d, f.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region where an electron is probably found. Holds up to 2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 contain sublevels. Sublevels contain orbitals.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the Model Changed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ideas replaced Bohr's circular paths.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SCHRÖDINGER, 1926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Described electrons with wave equations.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math gives probabilities, not paths.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HEISENBERG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uncertainty principle: you cannot know an electron's exact position and exact momentum at once.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quantum-mechanical model, also called the electron cloud model.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are described by probability, not by paths.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 vs. Orbital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two words sound alike. They mean different things.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ORBIT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fixed circular path.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on the line.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region of space.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probably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inside it.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orbital is a region of high probability for finding an electron, not a path.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Levels: the Number 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is the principal quantum number: 1, 2, 3, 4, and up.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 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Closest to the nucleus on average.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Lowest energy.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 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Farther from the nucleus on average.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Higher energy.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Higher n means higher energy and a larger average distance from the nucleus.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level_sublevel_orbital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Levels, Sublevels, Orbitals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box is one orbital. Read the map from the bottom up.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 PER LEVEL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PER SUBLEVEL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= 1, p = 3, d = 5, f = 7.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THEY START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five orbitals, mostly four lobes. f: more complex.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orbital_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Shapes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These are probability regions. The electron does not travel along the outline.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SPHERE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orbital, centered on the nucleus.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DUMBBELL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orbitals: along x, y, and z.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 AND f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mostly four lobes. f: more complex.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Electrons Fit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are the unit. Count orbitals, then double.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Holds at most 2 electrons.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1 × 2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3 × 2 = 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5 × 2 = 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f: 7 × 2 = 14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OPPOSITE SPINS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2 electrons in one orbital have opposite spins. Section 2.3 puts this to work.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2 electrons. s holds 2, p holds 6, d holds 10, f holds 14.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The n = 3 Level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List first, then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List the sublevels in n = 3. Give the orbitals and maximum electrons in each.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in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sublevels. List them, then count the orbitals.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 = 3 Level,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 list against this.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gives 3 sublevels: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3s, 3p, 3d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3s: 1 orbital, 2 e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3p: 3 orbitals, 6 e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3d: 5 orbitals, 10 e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Total: 9 orbitals, 18 e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holds 9 orbitals (n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) and 18 electrons (2n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shell_capacity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Capacity of Each Level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up the sublevels and the pattern shows.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IN LEVEL 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: 1, 4, 9, 16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LEVEL 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: 2, 8, 18, 32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SUBLEVELS IN LEVEL n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of them, one new letter per 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Order Inside a Level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answer depends on how many electrons the atom has.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THAN ONE ELECTRON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Within one level, energy rises s, then p, then d, then f.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electron, so every sublevel of the same n has the same energy.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not carry this to other atoms.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more than one electron, energy rises s &lt; p &lt; d &lt; f within a level.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filling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Filling order for a neutral atom. Levels overlap.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FILLING ORDER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ORDER RULE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a neutral atom, 4s fills before 3d.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NEXT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2.3 uses this order.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Capacity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Your turn first. Then we compare.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maximum number of electrons in the 4f sublevel? In the n = 2 level?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 sublevel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 level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n = 2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in a sublevel = orbitals × 2.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Capacity,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 against this.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 has 7 orbitals.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 has 2s and 2p.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4f: 7 × 2 = 14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2s: 1 × 2 = 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2p: 3 × 2 = 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2: 2 + 6 = 8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4f holds 14 electrons. The n = 2 level holds 8, which is 2n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2_periodic_table_bloc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Table Maps the Sublevels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Block width equals sublevel capacity. Helium (1s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) sits in group 18.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BLOCK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2 columns wide.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BLOCK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6 columns wide.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 AND f BLOCKS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d: groups 3 to 12, 10 wide.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f: 14 wide, drawn below the table.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Periods Have These Lengths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number after = is how many elements are in that period.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1 TO 3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1: 1s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2: 2s 2p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3: 3s 3p = 8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4 AND 5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4: 4s 3d 4p = 18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5: 5s 4d 5p = 18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PERIODS 6 AND 7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6: 6s 4f 5d 6p = 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7: 7s 5f 6d 7p = 32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Period lengths 2, 8, 8, 18, 18, 32, 32 come from the sublevels that fill in each.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Check: Level, Sublevel, Orbital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Questions 1 to 3. Answer in your notes.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1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is an orbital different from a Bohr orbit?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2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List all the sublevels in n = 2.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3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orbitals are in a d sublevel? How many electrons can it hold?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Level n has n sublevels. Orbitals per sublevel: s 1, p 3, d 5, f 7.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Check: Capacity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Questions 4 and 5. Show the count.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4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maximum number of electrons in the third energy level?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QUESTION 5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many orbitals are in the n = 4 level?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Orbitals in level n = 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Electrons in a sublevel = orbitals × 2.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S2.3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 Configurations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the orbitals in order.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S02.2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2026-10-04T12:53:35Z</dcterms:created>
  <dcterms:modified xsi:type="dcterms:W3CDTF">2026-10-04T12:53:35Z</dcterms:modified>
</cp:coreProperties>
</file>