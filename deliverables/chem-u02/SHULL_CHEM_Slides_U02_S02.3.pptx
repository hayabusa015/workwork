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2.3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Configurations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configurations and orbital diagrams through krypton, and catch mistakes in them.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Are Oxygen's Electrons?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periodic table gives you the count: 8. Today you write where each one sits.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has 8 electrons. Do all 8 have the same energy?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Electron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2p⁴ apart one piece at a time.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number in front.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is in level 2.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letter: s, p, d, or f.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is in the p sublevel.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holds 4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configuration lists where the electrons sit. Ground state means the lowest-energy arrangement.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aufbau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 Electrons Fill In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each arrow from top right to bottom left, then start the next arrow.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AUFBAU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lowest-energy open orbital fills first.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 5s 4d 5p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HEAVY BOXES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3d, in K and Ca.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pau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Pauli: Two per Orbital, Opposite Spins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Up and down arrows are spin labels, not electrons orbiting opposite ways.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 EXCLUSION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at most 2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SPINS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If there are two, their spins are opposite.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COMMON MIX-UP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per orbital, not two per sublevel.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h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Rule: Singles Before Pairs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orbitals, like the three 2p boxes, each get one electron first.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first, all pointing the same way.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2p³ is three single electrons: 3 unpaired.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TERM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 are called degenerate.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nitro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Orbital Diagram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box per orbital. Nitrogen has 7 electrons, so 7 arrows.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BOXES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and 2s have 1 box each. 2p has 3.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ARROWS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 the up arrow first in every box.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LABEL UNDER EACH GROUP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counts the arrows.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same four steps, for every element.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Z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Atomic number is the electron count.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in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Follow the chart, lowest first.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Respect the caps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holds 2, p 6, d 10, f 14.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it up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must total Z.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Oxygen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 and the orbital diagram for oxygen.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Z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diagram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Always check that the raised numbers add up to Z.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oxy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Order first. Then singles before pairs in the 2p boxes.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 = 8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1s, then 2s, then 2p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+ 2 + 4 = 8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2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is 1s² 2s² 2p⁴, with 2 unpaired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N, Cl,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 stops at 4s². The 3d sublevel stays empty until scandium.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NITROGEN, Z = 7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2p³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2+2+3 =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3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CHLORINE, Z = 17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2+2+6+2+5 = 17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1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CALCIUM, Z = 20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3p⁶ 4s²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2+2+6+2+6+2 = 20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0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add up to the atomic number, every time.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Noble-Gas Shorthand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Replace the filled inner core with a noble gas in brackets.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Cl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17 electrons written out.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SHORTHAND: Cl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stands for the first 10: 1s² 2s² 2p⁶.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the noble gas from the previous period. Cl is in period 3, so its core is [Ne].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Iron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Longhand, shorthand, and the unpaired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longhand and shorthand for iron. How many unpaired electrons?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Z = 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4s before 3d. We write 4s ahead of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i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Argon is the core. Then 4s, then 3d.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4s² 3d⁶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4s² 3d⁶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+ 2 + 6 = 26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4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 is [Ar] 4s² 3d⁶. One pair and 4 singles in the 3d boxes.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cr_cu_exce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Exceptions: Cr and Cu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Learn both. The rules predict 4s² for each, and the measurements disagree.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CHROMIUM, Z = 24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4s¹ 3d⁵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4s¹ 3d¹⁰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(A SIMPLIFICATION)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Half-full and full 3d are extra stable.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Run these four checks in order.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the raised numbers add up to Z?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Caps and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2, 6, 10, 14. Aufbau order.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 and Pauli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first. Pairs have opposite spins.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Core, Cr, Cu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Previous noble gas? Is it Cr or Cu?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was written as a ground state.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is wrong. Name the rule or fact it breaks.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(a), (b)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O: 1s² 2s² 2p⁶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K: [Ar] 3d¹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(c), (d)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Ca: [Ne] 4s²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Cr: [Ar] 4s² 3d⁴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the electrons first. If the total is not Z, stop there.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different problems, four different checks.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10 electrons. O has 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4s fills before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[Ne] 4s² totals 12.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Rules fit, atom does not.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Breaks: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the count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Aufbau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the core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the real Cr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Cr follows the rules on paper, but the measured ground state is [Ar] 4s¹ 3d⁵.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all three in your notes before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PHOSPHORUS, Z = 15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SULFUR, Z = 16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shorthand and sketch the 3p boxes.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actual shorthand. Say why it is an exception.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Show the electron sum for each one. If it is not Z, find the error.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Next: valence electrons, and the configurations of ions.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2026-10-04T12:46:17Z</dcterms:created>
  <dcterms:modified xsi:type="dcterms:W3CDTF">2026-10-04T12:46:17Z</dcterms:modified>
</cp:coreProperties>
</file>