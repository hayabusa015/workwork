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scope: required through Kr (Z = 36), per the content brief; Matt to confirm. Period 5 and beyond (Mo, Ag, Au) are not taught on these slides and are not checked in the build script. PROVISIONAL notation: configurations are written in filling order, e.g. [Ar] 4s^2 3d^6, not energy order. Image prompt (section slot): a long row of numbered wooden mail slots in a dim hallway, a few holding envelopes.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Ask: do all 8 electrons have the same energy? Let them guess; the slides answer it (no). Z = 8 comes from the periodic table. Image prompt (concept slot): an apartment building at dusk with a few lit windows on different floors.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aloud: two-p-four. Level 2, p sublevel, 4 electrons. Ground state = lowest-energy arrangement; every configuration today is a ground state unless the slide says otherwise. Image prompt (aside slot): a printed periodic table with oxygen's cell circled in pencil.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arrow top right to bottom left. We need the order through 5p: 1s 2s 2p 3s 3p 4s 3d 4p 5s 4d 5p. Say it as: 4s fills before 3d in neutral K and Ca. Do not say 4s is always lower than 3d (once 3d holds electrons it sits lower; that is S2.4, 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 up and down are labels, not literal rotation. Common mix-up: two per orbital, not two per sublevel (a p sublevel has 3 orbitals and holds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N in 2p. Correct = three singles, spins parallel. Wrong = one pair, one single, one empty box. Equal-energy orbitals are called degenerate. Electrons spread out first because sharing an orbital costs repulsion.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has 7 electrons so 7 arrows: 2 + 2 + 3. Convention: draw the up arrow first in every box, and the label's raised number counts the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every element. Caps: s 2, p 6, d 10, f 14. Always check that the sum equals Z. Image prompt (band slot):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 setup; the work area stays empty on purpose and is filled live on the board. Answer on the next slide: 1s^2 2s^2 2p^4, 2 unpaired. Image prompt (aside slot): a small cylinder of oxygen gas with a regulator, on a lab cart.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Oxygen: 1s^2 2s^2 2p^4, 2 + 2 + 4 = 8. The 2p boxes hold one pair and two singles, so 2 unpaired.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N: 1s^2 2s^2 2p^3, 3 unpaired. Cl: 1s^2 2s^2 2p^6 3s^2 3p^5, 1 unpaired. Ca: 1s^2 2s^2 2p^6 3s^2 3p^6 4s^2, 0 unpaired. 3d stays empty until scandium. Image prompt (aside slot): period 3 of a periodic table wall chart, lit from the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ERROR (brief): using the noble gas of the same period, or the element's own. Cl is period 3, so the core is [Ne], not [Ar]; the core is the previous period's noble gas. Shorthand: [Ne] 3s^2 3p^5, which equals the longhand 1s^2 2s^2 2p^6 3s^2 3p^5. Image prompt (concept slot): a neon sign tube glowing orange-red in a dark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 setup, then work it. Answer on the next slide. Fe, Z = 26. Fill 4s before 3d, and we write 4s ahead of 3d (filling-order notation, PROVISIONAL convention). Image prompt (aside slot): a rusted iron nail on a white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Fe: [Ar] 4s^2 3d^6, 18 + 2 + 6 = 26. The 3d boxes hold one pair and four singles, so 4 unpaired. Longhand: 1s^2 2s^2 2p^6 3s^2 3p^6 4s^2 3d^6.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Cr and Cu are taught as exceptions. Cr: [Ar] 4s^1 3d^5. Cu: [Ar] 4s^1 3d^10. These are measured ground states, not textbook errors. PROVISIONAL label: 'half-full or full d is extra stable' is a simplification, not a predictor; it does not explain every exception. Mo, Ag and Au (one period down) are not taught and unchecked here; outside Cr and Cu, say 'look it up'.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four checks in order: count, caps and order, Hund and Pauli, then core / Cr / Cu. Stop at the first failure. Image prompt (band slot): a teacher's red pen resting on a page of student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on the next slide. Each was written as a ground state. (a) O: 1s^2 2s^2 2p^6 is 10 electrons, O has 8. (b) K: [Ar] 3d^1 puts 3d before 4s. (c) Ca: [Ne] 4s^2 is 12 electrons, wrong core. (d) Cr: [Ar] 4s^2 3d^4 obeys the rules but is not the real ground state. Image prompt (aside slot): a page of student work with a few lines circled in red 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(a) O 1s^2 2s^2 2p^4. (b) K [Ar] 4s^1. (c) Ca [Ar] 4s^2. (d) Cr [Ar] 4s^1 3d^5. Teach 'rules-consistent' versus 'observed': (d) passes every rule on paper and is still not the real atom. Image prompt (data slot): a pencil resting on a page of crossed-out electron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Orbital-diagram errors (brief items c, d), labelled (e) and (f) here. (e) N 2p drawn up, down, up: three singles but not parallel. (f) Ne 2s drawn up, up in one box: Pauli. Ask which rule each breaks and what the fix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(e) Hund: unpaired electrons need parallel spins. Correct N 2p: up, up, up. (f) Pauli: two electrons in one orbital must have opposite spins. Correct Ne 2s: up, down. The brief's other Hund error (pair, single, empty) is the WRONG row on the Hund slide earlier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(re-derived). P, Z = 15: 1s^2 2s^2 2p^6 3s^2 3p^3, 2+2+6+2+3 = 15, 3 unpaired. S, Z = 16: [Ne] 3s^2 3p^4, 10+2+4 = 16; 3p boxes: one pair and two singles, 2 unpaired. Cu, Z = 29: [Ar] 4s^1 3d^10, 18+1+10 = 29; exception, a filled 3d is extra stable (simplification, PROVISIONAL label). Image prompt (aside slot): a pencil and a blank sheet of lined paper on a lab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ahead: next is valence electrons and ion configurations (S2.4). Image prompt (divider slot): an empty lab stool at a long bench, window light across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2.3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Configurations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configurations and orbital diagrams through krypton, and catch mistakes in them.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Are Oxygen's Electrons?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periodic table gives you the count: 8. Today you write where each one sits.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has 8 electrons. Do all 8 have the same energy?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Electron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2p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apart one piece at a time.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number in front is the level: 2.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letter is the sublevel: p.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is the electron count: 4.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configuration lists where the electrons sit. Ground state means the lowest-energy arrangement.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aufbau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 Electrons Fill In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each arrow from top right to bottom left, then start the next arrow.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AUFBAU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lowest-energy open orbital fills first.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 5s 4d 5p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HEAVY BOXES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3d, in K and Ca.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pau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Pauli: Two per Orbital, Opposite Spins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Up and down arrows are spin labels, not electrons orbiting opposite ways.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 EXCLUSION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at most 2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SPINS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If there are two, their spins are opposite.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COMMON MIX-UP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per orbital, not two per sublevel.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h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Rule: Singles Before Pairs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orbitals, like the three 2p boxes, each get one electron first.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first, all pointing the same way.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three single electrons: 3 unpaired.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TERM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 are called degenerate.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nitro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Orbital Diagram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box per orbital. Nitrogen has 7 electrons, so 7 arrows.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BOXES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and 2s have 1 box each. 2p has 3.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ARROWS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 the up arrow first in every box.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LABEL UNDER EACH GROUP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counts the arrows.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same four steps, for every element.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Z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Atomic number is the electron count.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in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Follow the chart, lowest first.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Respect the caps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holds 2, p 6, d 10, f 14.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it up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must total Z.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Oxygen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 and the orbital diagram for oxygen.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Z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diagram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Always check that the raised numbers add up to Z.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oxy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Order first. Then singles before pairs in the 2p boxes.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 = 8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1s, then 2s, then 2p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+ 2 + 4 = 8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2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is 1s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with 2 unpaired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N, Cl,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 stops at 4s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The 3d sublevel stays empty until scandium.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NITROGEN, Z = 7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2+2+3 =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3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CHLORINE, Z = 17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2+2+6+2+5 = 17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1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CALCIUM, Z = 20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2+2+6+2+6+2 = 20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0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add up to the atomic number, every time.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Noble-Gas Shorthand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Replace the filled inner core with a noble gas in brackets.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Cl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17 electrons written out.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SHORTHAND: Cl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3s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stands for the first 10: 1s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the previous period's noble gas. Cl is in period 3, so its core is [Ne], not [Ar].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Iron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Longhand, shorthand, and the unpaired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longhand and shorthand for iron. How many unpaired electrons?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Z = 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4s before 3d. We write 4s ahead of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i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Argon is the core. Then 4s, then 3d.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+ 2 + 6 = 26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4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 is [Ar] 4s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One pair and 4 singles in the 3d boxes.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cr_cu_exce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Exceptions: Cr and Cu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Learn both. The rules predict 4s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for each, and the measurements disagree.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CHROMIUM, Z = 24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(A SIMPLIFICATION)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Half-full and full 3d are extra stable.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Run these four checks in order.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the raised numbers add up to Z?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Caps and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2, 6, 10, 14. Aufbau order.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 and Pauli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first. Pairs have opposite spins.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Core, Cr, Cu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Previous noble gas? Is it Cr or Cu?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was written as a ground state.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is wrong. Name the rule or fact it breaks.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(a), (b)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K: 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(c), (d)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Ca: [Ne]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Cr: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the electrons first. If the total is not Z, stop there.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problems, four different checks. Each fix is on the right.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Count: 10, not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Aufbau: 4s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Core: needs [Ar]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Real Cr differs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Corrected: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Cr follows the rules on paper, but the measured ground state is [Ar] 4s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spot_diagr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Mistake, Diagrams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orbital diagrams. Each breaks a different rule.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NITROGEN, Z = 7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the three 2p boxes are drawn.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NEON, Z = 10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the 2s box is drawn.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YOUR JOB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 the broken rule. Redraw it correctly.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spot_diagrams_fix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Diagrams,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Hund error and one Pauli error. The fixes are drawn at left.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Hund: spins differ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Pauli: same spin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Fixed: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2p: up, up, up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2s: up, down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Hund: singles first, all spins the same. Pauli: two in one orbital must be opposite.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all three in your notes before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PHOSPHORUS, Z = 15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SULFUR, Z = 16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shorthand and sketch the 3p boxes.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actual shorthand. Say why it is an exception.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Show the electron sum for each one. If it is not Z, find the error.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Next: valence electrons, and the configurations of ions.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2026-10-04T12:55:56Z</dcterms:created>
  <dcterms:modified xsi:type="dcterms:W3CDTF">2026-10-04T12:55:56Z</dcterms:modified>
</cp:coreProperties>
</file>