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2.4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&amp; Stability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electrons, explain why noble gases are stable, and write the electron configuration of any common ion.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6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 Reacts, Who Doesn't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Helium, neon, and argon barely react with anything. Sodium and chlorine react with almost everything.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different about the electrons in He, Ne, and Ar?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Everything after this slide uses them.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the outermost energy level.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ELECTRON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an inner, filled energy 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CONFIGURATION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Outer s and p sublevels filled, like a noble gas.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electrons in the outermost energy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ore_valence_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or Valence? Find the Highest 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 has 17 electrons. Only the ones in n = 3 are valence.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1s² 2s² 2p⁶ fill n = 1 and n = 2. That is 10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3s² 3p⁵ is the highest level, n = 3. That is 7 electrons.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+ 7 = 17, the atomic number of chlorine.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valenc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From the Table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main-group elements, the group number gives you the count.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the group number.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the units digit.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EXCEPTION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 is in group 18 and has 2 valence electrons, not 8.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SKIPS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3 to 12, the transition metals. They come later in this section.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Valence Electrons of P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each configuration to find the number of valence electrons in phosphorus and calcium.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[Ne] 3s² 3p³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4s²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Highest n for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against the group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s and p electrons in the highest n only.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 and Calcium,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the group number last. It should agree with your count.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highest 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every electron in it.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n = 3, so 3s² 3p³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+ 3 = 5 valence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n = 4, so 4s²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has 5 valence electrons (group 15). Ca has 2 (group 2).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oble_gas_confi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Noble Gases Barely React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 at the outer s and p sublevels of each one.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OCTET AND DUET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Ne, Ar, and Kr have 8 electrons in their outer s and p sublevels. Helium has 2.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FULL MEANS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 means s and p. Argon's 3d sublevel is empty, so n = 3 is not completely full.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WE USE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Later in this section we compare ions to these four configurations.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Makes an 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become ions by gaining or losing electrons. The nucleus does not change.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CATION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Positive charge.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→ Na+: 11 electrons become 10.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Negative charge.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→ Cl−: 17 electrons become 18.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atomic number − charge. Protons never change.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a_cation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Becomes Na+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leave from the highest n first. Sodium loses its 3s electron.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Na: 1s² 2s² 2p⁶ 3s¹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AFTER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Na+: 1s² 2s² 2p⁶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electrons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MATCH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That is the configuration of neon, [Ne].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Cations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move every time. Remove from the highest 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MAGNESIUM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[Ne] 3s²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Mg²+: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 → 10 electrons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ALUMINUM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[Ne] 3s² 3p¹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Al³+: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13 → 10 electrons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CALCIUM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Ca²+: [Ar]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20 → 18 electrons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cation's electrons come off the outermost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l_anion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Becomes Cl−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gained electron fills the open spot in the same outer sublevel.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Cl: [Ne] 3s² 3p⁵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17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AFTER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Cl−: [Ne] 3s² 3p⁶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electrons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MATCH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That is the configuration of argon, [Ar]. The new electron went into 3p, not a new 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Anions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move every time. Fill the open spots in the outer s and p.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O: 1s² 2s² 2p⁴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O²−: 1s² 2s² 2p⁶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[Ne], 10 electrons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SULFUR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[Ne] 3s² 3p⁴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S²−: [Ne] 3s² 3p⁶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[Ar], 18 electrons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BROMINE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[Ar] 4s² 3d¹⁰ 4p⁵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Br−: [Ar] 4s² 3d¹⁰ 4p⁶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[Kr], 36 electrons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anion's added electrons go into the open spots in the same outer s and p sublevels.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isoelectronic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Electrons, Different Atoms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Isoelectronic means the same number of electrons and the same configuration.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TEN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has 10 electrons: 1s² 2s² 2p⁶.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DIFFERENT NUCLEI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proton counts differ, so these are different particles. Their sizes differ too. Unit 3 explains why.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protons − charge. Check any column.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Mg²+ and S²−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electron configuration of Mg²+ and S²−. Name the noble gas each one matches.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atomic number 12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atomic number 16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atom's configuration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Ion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Matching noble gas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Start from the neutral atom's configuration, then remove or add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Mg²+ and S²−,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the electrons at the end. They should match the noble gas.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12 →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16 → 18 electrons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1s² 2s² 2p⁶ 3s²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Mg²+: 1s² 2s² 2p⁶ = [Ne]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[Ne] 3s² 3p⁴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S²−: [Ne] 3s² 3p⁶ = [Ar]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Mg²+ matches neon. S²− matches argon.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 Metal Ions: 4s Leaves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is the rule that surprises people. Watch the order.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RULE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electrons from the outermost s first: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Then take from 3d if more must go.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REASON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Once 3d has electrons, it sits lower in energy than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 4s electrons leave first, even though 4s filled first.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Transition-metal ions lose their ns electrons before their (n−1)d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fe_ions_orbi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Iron: Fe, Fe²+, and Fe³+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Both 4s electrons go first. The third comes out of 3d.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4s² 3d⁶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26 electrons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Fe²+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24 electrons. Both 4s electrons left.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Fe³+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3d⁵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23 electrons. One 3d electron left.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Zn²+, Cu+, and Cu²+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rule as iron.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[Ar] shorthand for Zn²+, Cu+, and Cu²+.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Zn: [Ar] 4s² 3d¹⁰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Cu: [Ar] 4s¹ 3d¹⁰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to remove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sublevel they leave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ion's shorthand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the 4s electrons first. Only then take from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Zn²+, Cu+, and Cu²+,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Neither one has to end at a noble gas configuration.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4s first, then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 30 → 28. Cu 29 → 28 or 27.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Zn²+: [Ar] 3d¹⁰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Cu+: [Ar] 3d¹⁰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Cu²+: 4s, then one 3d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→ [Ar] 3d⁹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Zn²+ and Cu+ are both [Ar] 3d¹⁰. Cu²+ is [Ar] 3d⁹.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in your notes. We compare in a minute.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in Al, Se, and Xe?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Ca²+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it. Name the matching noble gas.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O²−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full configuration.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Fe³+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[Ar] shorthand for Fe³+, Cu²+, and Zn²+.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3 Picks Up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From Here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write the configuration of any common ion. Unit 3 asks which charge an element forms and how much energy it takes.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6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2026-10-04T12:44:26Z</dcterms:created>
  <dcterms:modified xsi:type="dcterms:W3CDTF">2026-10-04T12:44:26Z</dcterms:modified>
</cp:coreProperties>
</file>