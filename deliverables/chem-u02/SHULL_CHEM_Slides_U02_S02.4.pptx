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title. PROVISIONAL/OPEN: verbatim DECISIONS title now in the panel (see build report for fit). Scope boundary: S2.4 owns what an ion's configuration IS; U3.7 owns which charge an element forms and the energetics. Not taught here: Lewis dot preview (PROVISIONAL, omitted; belongs to a later unit). Transition-metal valence counting (PROVISIONAL, brief slide 6) also omitted. Image slot empty. Prompt subject: a glass tube of neon gas glowing orange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Ask first, answer later. Do not say 'want' or 'need' of atoms; describe outcomes. Image slot empty. Prompt subject: a row of glowing noble gas discharge tubes against a dark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write the three terms. Noble gas configuration = outer s and p sublevels full (2 for He, 8 for the rest); say 'full' means s and p, not the whole shell. Image slot empty. Prompt subject: a worn chemistry notebook open to a hand-ruled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Cl: 10 core + 7 valence = 17. Valence = highest n only. Figure shows the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Main-group only. PROVISIONAL: transition-metal valence counting is deliberately left out (brief slide 6; Matt to decide whether d electrons count). Say only that their ions lose the outer s electrons first (slide 17). Lewis dot preview omitted: belongs to a later unit (S5.1),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example, do together. Answers on next slide. Image slot empty. Prompt subject: a block of red phosphorus beside a piece of calcium metal.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P: n = 3, 3s2 3p3 = 5. Ca: n = 4, 4s2 = 2. Both agree with group number. Image slot empty. Prompt subject: a pencil resting on a page of handwritten configurations.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means outer s and p. Argon's 3d is empty, so n = 3 is not completely full; this fixes the 'full shell = 8' misconception. Avoid personifying atoms.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Electrons = atomic number minus charge. Protons never change. Boundary: do not predict which charge forms (U3.7). Image slot empty. Prompt subject: a bowl of table salt crystals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loses 3s1, leaving the neon configuration. Highest n comes off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Mg, Al, Ca all lose their outer electrons. Do not explain why these charges form; that is U3.7. Image slot empty. Prompt subject: a strip of magnesium ribbon coiled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added electron goes into the open 3p spot, not a new level. Result matches argon.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Anions fill open s and p spots. Br keeps its full 3d10. Image slot empty. Prompt subject: a sealed ampoule of dark red-brown liquid bromine in a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Isoelectronic = same electron count and configuration. Sizes differ; the reason is Unit 3, only pointed to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example, do together. Image slot empty. Prompt subject: a sample of magnesium sulfate crystals on a watch glass.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 12 to 10 electrons = [Ne]. S 16 to 18 electrons = [Ar]. Image slot empty. Prompt subject: an analytical balance display in a darkened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 (simplified): 'why 4s leaves first' is a student-language account (once 3d has electrons it sits lower than 4s). It is not a full energetics explanation; do not extend it. Matches S2.3 wording. Image slot empty. Prompt subject: a polished iron nail and a copper coin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 26, Fe2+ 24 [Ar]3d6, Fe3+ 23 [Ar]3d5. Present 3d5 as an observed electron count, not proof of a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rule as iron. Cu is the taught exception: [Ar] 4s1 3d10. Image slot empty. Prompt subject: a galvanized zinc sheet beside a length of copper wire.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Zn2+ = Cu+ = [Ar] 3d10 (28 e). Cu2+ = [Ar] 3d9 (27 e). Not noble-gas configurations; these are stable anyway. Image slot empty. Prompt subject: a pencil resting on a page of handwritten calculations.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Answers. 1) Al 3, Se 6, Xe 8. 2) Ca2+: 20 to 18 electrons, 1s2 2s2 2p6 3s2 3p6 = [Ar], argon. 3) O2-: 10 electrons, 1s2 2s2 2p6. 4) Fe3+: [Ar] 3d5; the two 4s electrons leave first, then one 3d. (The 'which leave first' part is not printed on the tile.) 5) Cu2+ [Ar] 3d9 (27 e); Zn2+ [Ar] 3d10 (28 e). The slide tile 4 carries Fe3+, Cu2+, Zn2+ together, so items 4 and 5 share one tile. Image slot empty. Prompt subject: a periodic table wall chart photographed at a shallow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Boundary: S2.4 stops at what an ion's configuration is. Which charge forms and the energy it takes: U3.4, U3.7. Image slot empty. Prompt subject: a long laboratory bench receding into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2.4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Stability &amp;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electrons, explain why noble gases are stable, and write the electron configuration of any common ion.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Who Reacts, Who Doesn't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Helium, neon, and argon barely react with anything. Sodium and chlorine react easily.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different about the electrons in He, Ne, and Ar?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before we go further. Everything after this slide uses them.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the outermost energy level.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ELECTRON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an inner, filled energy level.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CONFIGURATION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Outer s and p sublevels full: 2 or 8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electrons in the outermost energy level, the one with the highest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ore_valence_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or Valence? Find the Highest 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 has 17 electrons. Only the ones in n = 3 are valence.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fill n = 1 and n = 2. That is 10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the highest level, n = 3. That is 7 electrons.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 + 7 = 17, the atomic number of chlorine.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valenc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From the Table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 main-group elements, the group number gives you the count.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 and 2: the group number.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13 to 18: the units digit.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EXCEPTION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 is in group 18 and has 2 valence electrons, not 8.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SKIPS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3 to 12, the transition metals. Their ions follow the rule on slide 17.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Valence Electrons of P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each configuration to find the number of valence electrons in phosphorus and calcium.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Highest n for each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 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against the group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s and p electrons in the highest n only.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 and Calcium,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the group number last. It should agree with your count.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the highest 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every electron in it.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n = 3, so 3s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+ 3 = 5 valence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n = 4, so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 has 5 valence electrons (group 15). Ca has 2 (group 2).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oble_gas_confi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Noble Gases Barely React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 at the outer s and p sublevels of each one.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OCTET AND DUET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Ne, Ar, and Kr have 8 electrons in their outer s and p sublevels. Helium has 2.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FULL MEANS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 means s and p. Argon's 3d sublevel is empty, so n = 3 is not completely full.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WE USE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Later in this section we compare ions to these four configurations.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Makes an 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Atoms become ions by gaining or losing electrons. The nucleus does not change.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CATION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Positive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→ 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11 electrons become 10.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Negative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 → Cl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17 electrons become 18.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atomic number − charge. Protons never change.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a_cation_orbi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Becomes Na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leave from the highest n first. Sodium loses its 3s electron.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 electrons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AFTER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 electrons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MATCH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That is the configuration of neon, [Ne].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More Cations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move every time. Remove from the highest 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MAGNESIUM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 → 10 electrons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ALUMINUM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13 → 10 electrons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20 → 18 electrons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cation's electrons come off the outermost level, the one with the highest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l_anion_orbi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 Becomes Cl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gained electron fills the open spot in the same outer sublevel.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17 electrons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AFTER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electrons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MATCH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That is the configuration of argon, [Ar]. The new electron went into 3p, not a new 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More Anions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move every time. Fill the open spots in the outer s and p.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[Ne], 10 electrons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SULFUR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[Ar], 18 electrons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BROMINE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[Kr], 36 electrons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anion's added electrons go into the open spots in the same outer s and p sublevels.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isoelectronic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Electrons, Different Atoms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Isoelectronic means the same number of electrons and the same configuration.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TEN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has 10 electrons: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DIFFERENT NUCLEI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proton counts differ, so these are different particles. Their sizes differ too. Unit 3 explains why.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protons − charge. Check any column.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Mg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and S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electron configuration of Mg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and S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Name the noble gas each one matches.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atomic number 12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atomic number 16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atom's configuration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 electron 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Matching noble gas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Start from the neutral atom's configuration, then remove or add electrons.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and S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the electrons at the end. They should match the noble gas.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12 →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16 → 18 electrons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1s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= [Ne]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[Ne] 3s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 3s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= [Ar]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matches neon. 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matches argon.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 Metal Ions: 4s Leaves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This is the rule that surprises people. Watch the order.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RULE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electrons from the outermost s first: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Then take from 3d if more must go.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REASON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Once 3d has electrons, it sits lower in energy than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 4s electrons leave first, even though 4s filled first.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Transition-metal ions lose their ns electrons before their (n−1)d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fe_ions_orbi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Iron: Fe,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Both 4s electrons go first. The third comes out of 3d.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26 electrons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24 electrons. Both 4s electrons left.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23 electrons. One 3d electron leaves too.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rule as iron.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[Ar] shorthand for Zn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to remove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sublevel they leave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ion's shorthand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the 4s electrons first. Only then take from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None of these ends at a noble gas configuration.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4s first, then 3d.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 30 → 28. Cu 29 → 28 or 27.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4s, then one 3d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→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and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are both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these in your notes. We compare in a minute.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in Al, Se, and Xe?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</a:t>
            </a:r>
            <a:pPr indent="0" marL="0">
              <a:buNone/>
            </a:pPr>
            <a:r>
              <a:rPr lang="en-US" sz="12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it. Name the matching noble gas.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</a:t>
            </a:r>
            <a:pPr indent="0" marL="0">
              <a:buNone/>
            </a:pPr>
            <a:r>
              <a:rPr lang="en-US" sz="12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full configuration.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ions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shorthand for Fe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Zn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3 Picks Up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From Here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write the configuration of any common ion. Unit 3 asks which charge an element forms and how much energy it takes.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2026-10-04T12:53:44Z</dcterms:created>
  <dcterms:modified xsi:type="dcterms:W3CDTF">2026-10-04T12:53:44Z</dcterms:modified>
</cp:coreProperties>
</file>